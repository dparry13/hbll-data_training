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osmic Octo Medium" charset="1" panose="00000600000000000000"/>
      <p:regular r:id="rId17"/>
    </p:embeddedFont>
    <p:embeddedFont>
      <p:font typeface="Pompiere" charset="1" panose="02000000000000000000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1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4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1609" y="-3294860"/>
            <a:ext cx="6882777" cy="6753725"/>
          </a:xfrm>
          <a:custGeom>
            <a:avLst/>
            <a:gdLst/>
            <a:ahLst/>
            <a:cxnLst/>
            <a:rect r="r" b="b" t="t" l="l"/>
            <a:pathLst>
              <a:path h="6753725" w="6882777">
                <a:moveTo>
                  <a:pt x="0" y="0"/>
                </a:moveTo>
                <a:lnTo>
                  <a:pt x="6882777" y="0"/>
                </a:lnTo>
                <a:lnTo>
                  <a:pt x="6882777" y="6753725"/>
                </a:lnTo>
                <a:lnTo>
                  <a:pt x="0" y="6753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70666">
            <a:off x="-1310519" y="105573"/>
            <a:ext cx="4938582" cy="4134005"/>
          </a:xfrm>
          <a:custGeom>
            <a:avLst/>
            <a:gdLst/>
            <a:ahLst/>
            <a:cxnLst/>
            <a:rect r="r" b="b" t="t" l="l"/>
            <a:pathLst>
              <a:path h="4134005" w="4938582">
                <a:moveTo>
                  <a:pt x="4938582" y="0"/>
                </a:moveTo>
                <a:lnTo>
                  <a:pt x="0" y="0"/>
                </a:lnTo>
                <a:lnTo>
                  <a:pt x="0" y="4134005"/>
                </a:lnTo>
                <a:lnTo>
                  <a:pt x="4938582" y="4134005"/>
                </a:lnTo>
                <a:lnTo>
                  <a:pt x="493858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0711255" y="5758753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1"/>
                </a:moveTo>
                <a:lnTo>
                  <a:pt x="3644095" y="3115701"/>
                </a:lnTo>
                <a:lnTo>
                  <a:pt x="3644095" y="0"/>
                </a:lnTo>
                <a:lnTo>
                  <a:pt x="0" y="0"/>
                </a:lnTo>
                <a:lnTo>
                  <a:pt x="0" y="3115701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78757" y="1814591"/>
            <a:ext cx="4762409" cy="5573032"/>
          </a:xfrm>
          <a:custGeom>
            <a:avLst/>
            <a:gdLst/>
            <a:ahLst/>
            <a:cxnLst/>
            <a:rect r="r" b="b" t="t" l="l"/>
            <a:pathLst>
              <a:path h="5573032" w="4762409">
                <a:moveTo>
                  <a:pt x="0" y="0"/>
                </a:moveTo>
                <a:lnTo>
                  <a:pt x="4762409" y="0"/>
                </a:lnTo>
                <a:lnTo>
                  <a:pt x="4762409" y="5573032"/>
                </a:lnTo>
                <a:lnTo>
                  <a:pt x="0" y="55730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767401" y="3476795"/>
            <a:ext cx="12922323" cy="23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110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become a data wizard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40914" y="6001018"/>
            <a:ext cx="6778605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Data Analysis with RStudio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4258851" y="2947608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4476511" y="224076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1"/>
                </a:moveTo>
                <a:lnTo>
                  <a:pt x="3644094" y="3115701"/>
                </a:lnTo>
                <a:lnTo>
                  <a:pt x="3644094" y="0"/>
                </a:lnTo>
                <a:lnTo>
                  <a:pt x="0" y="0"/>
                </a:lnTo>
                <a:lnTo>
                  <a:pt x="0" y="3115701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298514" y="2194447"/>
            <a:ext cx="9030988" cy="6662117"/>
            <a:chOff x="0" y="0"/>
            <a:chExt cx="2378532" cy="17546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8532" cy="1754632"/>
            </a:xfrm>
            <a:custGeom>
              <a:avLst/>
              <a:gdLst/>
              <a:ahLst/>
              <a:cxnLst/>
              <a:rect r="r" b="b" t="t" l="l"/>
              <a:pathLst>
                <a:path h="1754632" w="2378532">
                  <a:moveTo>
                    <a:pt x="0" y="0"/>
                  </a:moveTo>
                  <a:lnTo>
                    <a:pt x="2378532" y="0"/>
                  </a:lnTo>
                  <a:lnTo>
                    <a:pt x="2378532" y="1754632"/>
                  </a:lnTo>
                  <a:lnTo>
                    <a:pt x="0" y="1754632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78532" cy="1792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852473" y="4815297"/>
            <a:ext cx="7923071" cy="32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9293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R is the engine (the language), and RStudio is the dashboard (the interface).</a:t>
            </a:r>
          </a:p>
          <a:p>
            <a:pPr algn="ctr" marL="669293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User-Friendly: Organizes code, plots, and files in one place.</a:t>
            </a:r>
          </a:p>
          <a:p>
            <a:pPr algn="ctr" marL="669293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Safe: Working in R doesn't change your original CSV file; it creates a new version in your computer's memory.</a:t>
            </a:r>
          </a:p>
          <a:p>
            <a:pPr algn="ctr">
              <a:lnSpc>
                <a:spcPts val="43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555163" y="2902547"/>
            <a:ext cx="851769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7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What is RSTUdio?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-2769610">
            <a:off x="5547672" y="795763"/>
            <a:ext cx="2522958" cy="2449916"/>
          </a:xfrm>
          <a:custGeom>
            <a:avLst/>
            <a:gdLst/>
            <a:ahLst/>
            <a:cxnLst/>
            <a:rect r="r" b="b" t="t" l="l"/>
            <a:pathLst>
              <a:path h="2449916" w="2522958">
                <a:moveTo>
                  <a:pt x="2522958" y="0"/>
                </a:moveTo>
                <a:lnTo>
                  <a:pt x="0" y="0"/>
                </a:lnTo>
                <a:lnTo>
                  <a:pt x="0" y="2449916"/>
                </a:lnTo>
                <a:lnTo>
                  <a:pt x="2522958" y="2449916"/>
                </a:lnTo>
                <a:lnTo>
                  <a:pt x="252295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2171" y="3540722"/>
            <a:ext cx="3969567" cy="3969567"/>
          </a:xfrm>
          <a:custGeom>
            <a:avLst/>
            <a:gdLst/>
            <a:ahLst/>
            <a:cxnLst/>
            <a:rect r="r" b="b" t="t" l="l"/>
            <a:pathLst>
              <a:path h="3969567" w="3969567">
                <a:moveTo>
                  <a:pt x="0" y="0"/>
                </a:moveTo>
                <a:lnTo>
                  <a:pt x="3969567" y="0"/>
                </a:lnTo>
                <a:lnTo>
                  <a:pt x="3969567" y="3969567"/>
                </a:lnTo>
                <a:lnTo>
                  <a:pt x="0" y="3969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07" t="0" r="-184489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2971810" y="615253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1"/>
                </a:moveTo>
                <a:lnTo>
                  <a:pt x="3644095" y="3115701"/>
                </a:lnTo>
                <a:lnTo>
                  <a:pt x="3644095" y="0"/>
                </a:lnTo>
                <a:lnTo>
                  <a:pt x="0" y="0"/>
                </a:lnTo>
                <a:lnTo>
                  <a:pt x="0" y="3115701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55321" y="2332355"/>
            <a:ext cx="9030988" cy="6386302"/>
            <a:chOff x="0" y="0"/>
            <a:chExt cx="2378532" cy="16819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8532" cy="1681989"/>
            </a:xfrm>
            <a:custGeom>
              <a:avLst/>
              <a:gdLst/>
              <a:ahLst/>
              <a:cxnLst/>
              <a:rect r="r" b="b" t="t" l="l"/>
              <a:pathLst>
                <a:path h="1681989" w="2378532">
                  <a:moveTo>
                    <a:pt x="0" y="0"/>
                  </a:moveTo>
                  <a:lnTo>
                    <a:pt x="2378532" y="0"/>
                  </a:lnTo>
                  <a:lnTo>
                    <a:pt x="2378532" y="1681989"/>
                  </a:lnTo>
                  <a:lnTo>
                    <a:pt x="0" y="1681989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78532" cy="1720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323346" y="3645271"/>
            <a:ext cx="8094938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Navigate the RStudio Interface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Understand the three core data types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Use Assignment and Comparison operators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Learn to upload and manipulate data frames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Use basic dplyr functions to transform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83563" y="1906403"/>
            <a:ext cx="6774503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7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Goals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804416" y="3009208"/>
            <a:ext cx="4257139" cy="4697532"/>
          </a:xfrm>
          <a:custGeom>
            <a:avLst/>
            <a:gdLst/>
            <a:ahLst/>
            <a:cxnLst/>
            <a:rect r="r" b="b" t="t" l="l"/>
            <a:pathLst>
              <a:path h="4697532" w="4257139">
                <a:moveTo>
                  <a:pt x="0" y="0"/>
                </a:moveTo>
                <a:lnTo>
                  <a:pt x="4257138" y="0"/>
                </a:lnTo>
                <a:lnTo>
                  <a:pt x="4257138" y="4697533"/>
                </a:lnTo>
                <a:lnTo>
                  <a:pt x="0" y="46975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3792243" y="252851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847326" y="2597732"/>
            <a:ext cx="10593349" cy="6660568"/>
          </a:xfrm>
          <a:custGeom>
            <a:avLst/>
            <a:gdLst/>
            <a:ahLst/>
            <a:cxnLst/>
            <a:rect r="r" b="b" t="t" l="l"/>
            <a:pathLst>
              <a:path h="6660568" w="10593349">
                <a:moveTo>
                  <a:pt x="0" y="0"/>
                </a:moveTo>
                <a:lnTo>
                  <a:pt x="10593348" y="0"/>
                </a:lnTo>
                <a:lnTo>
                  <a:pt x="10593348" y="6660568"/>
                </a:lnTo>
                <a:lnTo>
                  <a:pt x="0" y="66605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16141" y="1333500"/>
            <a:ext cx="14055719" cy="91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80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RStudio Interface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32744" y="4298486"/>
            <a:ext cx="348882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Source editor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3792243" y="252851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865862" y="2621041"/>
            <a:ext cx="10556276" cy="6637259"/>
          </a:xfrm>
          <a:custGeom>
            <a:avLst/>
            <a:gdLst/>
            <a:ahLst/>
            <a:cxnLst/>
            <a:rect r="r" b="b" t="t" l="l"/>
            <a:pathLst>
              <a:path h="6637259" w="10556276">
                <a:moveTo>
                  <a:pt x="0" y="0"/>
                </a:moveTo>
                <a:lnTo>
                  <a:pt x="10556276" y="0"/>
                </a:lnTo>
                <a:lnTo>
                  <a:pt x="10556276" y="6637259"/>
                </a:lnTo>
                <a:lnTo>
                  <a:pt x="0" y="66372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16141" y="1333500"/>
            <a:ext cx="14055719" cy="91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80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RStudio Interface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24863" y="4089938"/>
            <a:ext cx="331425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Environment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3792243" y="252851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868669" y="2624571"/>
            <a:ext cx="10550662" cy="6633729"/>
          </a:xfrm>
          <a:custGeom>
            <a:avLst/>
            <a:gdLst/>
            <a:ahLst/>
            <a:cxnLst/>
            <a:rect r="r" b="b" t="t" l="l"/>
            <a:pathLst>
              <a:path h="6633729" w="10550662">
                <a:moveTo>
                  <a:pt x="0" y="0"/>
                </a:moveTo>
                <a:lnTo>
                  <a:pt x="10550662" y="0"/>
                </a:lnTo>
                <a:lnTo>
                  <a:pt x="10550662" y="6633729"/>
                </a:lnTo>
                <a:lnTo>
                  <a:pt x="0" y="66337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16141" y="1333500"/>
            <a:ext cx="14055719" cy="91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80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RStudio Interface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17541" y="7526484"/>
            <a:ext cx="452645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Console/Terminal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3792243" y="252851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866309" y="2623949"/>
            <a:ext cx="10555382" cy="6636696"/>
          </a:xfrm>
          <a:custGeom>
            <a:avLst/>
            <a:gdLst/>
            <a:ahLst/>
            <a:cxnLst/>
            <a:rect r="r" b="b" t="t" l="l"/>
            <a:pathLst>
              <a:path h="6636696" w="10555382">
                <a:moveTo>
                  <a:pt x="0" y="0"/>
                </a:moveTo>
                <a:lnTo>
                  <a:pt x="10555382" y="0"/>
                </a:lnTo>
                <a:lnTo>
                  <a:pt x="10555382" y="6636696"/>
                </a:lnTo>
                <a:lnTo>
                  <a:pt x="0" y="66366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16141" y="1333500"/>
            <a:ext cx="14055719" cy="91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80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RStudio Interface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88673" y="9184445"/>
            <a:ext cx="258663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Files/Help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3792243" y="252851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06367" y="2446872"/>
            <a:ext cx="11875266" cy="5393255"/>
            <a:chOff x="0" y="0"/>
            <a:chExt cx="3127642" cy="14204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27642" cy="1420446"/>
            </a:xfrm>
            <a:custGeom>
              <a:avLst/>
              <a:gdLst/>
              <a:ahLst/>
              <a:cxnLst/>
              <a:rect r="r" b="b" t="t" l="l"/>
              <a:pathLst>
                <a:path h="1420446" w="3127642">
                  <a:moveTo>
                    <a:pt x="0" y="0"/>
                  </a:moveTo>
                  <a:lnTo>
                    <a:pt x="3127642" y="0"/>
                  </a:lnTo>
                  <a:lnTo>
                    <a:pt x="3127642" y="1420446"/>
                  </a:lnTo>
                  <a:lnTo>
                    <a:pt x="0" y="1420446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27642" cy="1458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263565" y="4039235"/>
            <a:ext cx="7832357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u="sng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https://tinyurl.com/2msbbhtj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649685" y="1483332"/>
            <a:ext cx="2200932" cy="2603253"/>
          </a:xfrm>
          <a:custGeom>
            <a:avLst/>
            <a:gdLst/>
            <a:ahLst/>
            <a:cxnLst/>
            <a:rect r="r" b="b" t="t" l="l"/>
            <a:pathLst>
              <a:path h="2603253" w="2200932">
                <a:moveTo>
                  <a:pt x="0" y="0"/>
                </a:moveTo>
                <a:lnTo>
                  <a:pt x="2200932" y="0"/>
                </a:lnTo>
                <a:lnTo>
                  <a:pt x="2200932" y="2603252"/>
                </a:lnTo>
                <a:lnTo>
                  <a:pt x="0" y="26032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592546" y="2218057"/>
            <a:ext cx="910290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7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Link for Files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27821" y="5382546"/>
            <a:ext cx="783235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(if you haven’t received an email with a link)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4258851" y="2947608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56554" y="2332355"/>
            <a:ext cx="8524345" cy="6386302"/>
            <a:chOff x="0" y="0"/>
            <a:chExt cx="2245095" cy="16819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5095" cy="1681989"/>
            </a:xfrm>
            <a:custGeom>
              <a:avLst/>
              <a:gdLst/>
              <a:ahLst/>
              <a:cxnLst/>
              <a:rect r="r" b="b" t="t" l="l"/>
              <a:pathLst>
                <a:path h="1681989" w="2245095">
                  <a:moveTo>
                    <a:pt x="0" y="0"/>
                  </a:moveTo>
                  <a:lnTo>
                    <a:pt x="2245095" y="0"/>
                  </a:lnTo>
                  <a:lnTo>
                    <a:pt x="2245095" y="1681989"/>
                  </a:lnTo>
                  <a:lnTo>
                    <a:pt x="0" y="1681989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45095" cy="1720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988864" y="3290708"/>
            <a:ext cx="7659724" cy="442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R for Data Science (2e) - free digital book all about R!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Many online R courses for free! 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BYU courses (STAT 250, etc)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91153" y="1333500"/>
            <a:ext cx="805514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7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Extra Resources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26829" y="3396731"/>
            <a:ext cx="4620426" cy="3990893"/>
          </a:xfrm>
          <a:custGeom>
            <a:avLst/>
            <a:gdLst/>
            <a:ahLst/>
            <a:cxnLst/>
            <a:rect r="r" b="b" t="t" l="l"/>
            <a:pathLst>
              <a:path h="3990893" w="4620426">
                <a:moveTo>
                  <a:pt x="0" y="0"/>
                </a:moveTo>
                <a:lnTo>
                  <a:pt x="4620426" y="0"/>
                </a:lnTo>
                <a:lnTo>
                  <a:pt x="4620426" y="3990892"/>
                </a:lnTo>
                <a:lnTo>
                  <a:pt x="0" y="3990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3792243" y="252851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59800" y="2254361"/>
            <a:ext cx="6169410" cy="6164235"/>
            <a:chOff x="0" y="0"/>
            <a:chExt cx="1624865" cy="1623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4865" cy="1623502"/>
            </a:xfrm>
            <a:custGeom>
              <a:avLst/>
              <a:gdLst/>
              <a:ahLst/>
              <a:cxnLst/>
              <a:rect r="r" b="b" t="t" l="l"/>
              <a:pathLst>
                <a:path h="1623502" w="1624865">
                  <a:moveTo>
                    <a:pt x="0" y="0"/>
                  </a:moveTo>
                  <a:lnTo>
                    <a:pt x="1624865" y="0"/>
                  </a:lnTo>
                  <a:lnTo>
                    <a:pt x="1624865" y="1623502"/>
                  </a:lnTo>
                  <a:lnTo>
                    <a:pt x="0" y="1623502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24865" cy="1661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5154" y="1987661"/>
            <a:ext cx="851769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7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Thank you!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312045" y="4583459"/>
            <a:ext cx="1757279" cy="1676004"/>
          </a:xfrm>
          <a:custGeom>
            <a:avLst/>
            <a:gdLst/>
            <a:ahLst/>
            <a:cxnLst/>
            <a:rect r="r" b="b" t="t" l="l"/>
            <a:pathLst>
              <a:path h="1676004" w="1757279">
                <a:moveTo>
                  <a:pt x="0" y="0"/>
                </a:moveTo>
                <a:lnTo>
                  <a:pt x="1757279" y="0"/>
                </a:lnTo>
                <a:lnTo>
                  <a:pt x="1757279" y="1676004"/>
                </a:lnTo>
                <a:lnTo>
                  <a:pt x="0" y="16760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219810" y="4583459"/>
            <a:ext cx="1757279" cy="1676004"/>
          </a:xfrm>
          <a:custGeom>
            <a:avLst/>
            <a:gdLst/>
            <a:ahLst/>
            <a:cxnLst/>
            <a:rect r="r" b="b" t="t" l="l"/>
            <a:pathLst>
              <a:path h="1676004" w="1757279">
                <a:moveTo>
                  <a:pt x="0" y="0"/>
                </a:moveTo>
                <a:lnTo>
                  <a:pt x="1757278" y="0"/>
                </a:lnTo>
                <a:lnTo>
                  <a:pt x="1757278" y="1676004"/>
                </a:lnTo>
                <a:lnTo>
                  <a:pt x="0" y="16760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194939" y="3194439"/>
            <a:ext cx="3898122" cy="3898122"/>
          </a:xfrm>
          <a:custGeom>
            <a:avLst/>
            <a:gdLst/>
            <a:ahLst/>
            <a:cxnLst/>
            <a:rect r="r" b="b" t="t" l="l"/>
            <a:pathLst>
              <a:path h="3898122" w="3898122">
                <a:moveTo>
                  <a:pt x="0" y="0"/>
                </a:moveTo>
                <a:lnTo>
                  <a:pt x="3898122" y="0"/>
                </a:lnTo>
                <a:lnTo>
                  <a:pt x="3898122" y="3898122"/>
                </a:lnTo>
                <a:lnTo>
                  <a:pt x="0" y="38981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DAG-O3o3UCs</dc:identifier>
  <dcterms:modified xsi:type="dcterms:W3CDTF">2011-08-01T06:04:30Z</dcterms:modified>
  <cp:revision>1</cp:revision>
  <dc:title>r_workshop_slides</dc:title>
</cp:coreProperties>
</file>